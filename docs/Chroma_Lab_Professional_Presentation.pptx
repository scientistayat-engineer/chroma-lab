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66760" y="731520"/>
            <a:ext cx="2926080" cy="2926080"/>
          </a:xfrm>
          <a:prstGeom prst="roundRect">
            <a:avLst/>
          </a:prstGeom>
          <a:solidFill>
            <a:srgbClr val="0D2744"/>
          </a:solidFill>
          <a:ln>
            <a:solidFill>
              <a:srgbClr val="00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59952" y="1124712"/>
            <a:ext cx="2139696" cy="2139696"/>
          </a:xfrm>
          <a:prstGeom prst="roundRect">
            <a:avLst/>
          </a:prstGeom>
          <a:solidFill>
            <a:srgbClr val="081C34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99448" y="1664208"/>
            <a:ext cx="1060704" cy="1060704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45168" y="1874519"/>
            <a:ext cx="960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051122"/>
                </a:solidFill>
                <a:latin typeface="Aptos"/>
              </a:rPr>
              <a:t>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132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00CFE8"/>
                </a:solidFill>
                <a:latin typeface="Aptos"/>
              </a:rPr>
              <a:t>AI KNOWLEDGE WORKSPACE  /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7406640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4400" b="1">
                <a:solidFill>
                  <a:srgbClr val="EFF7FF"/>
                </a:solidFill>
                <a:latin typeface="Aptos"/>
              </a:rPr>
              <a:t>CHROMA
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57600"/>
            <a:ext cx="676656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300" b="1">
                <a:solidFill>
                  <a:srgbClr val="00CFE8"/>
                </a:solidFill>
                <a:latin typeface="Aptos"/>
              </a:rPr>
              <a:t>Ask your documents. Get grounded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07408"/>
            <a:ext cx="658368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A5BED7"/>
                </a:solidFill>
                <a:latin typeface="Aptos"/>
              </a:rPr>
              <a:t>A Retrieval-Augmented Generation (RAG) workspace powered by FastAPI, ChromaDB and Groq.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50992"/>
            <a:ext cx="2194560" cy="438912"/>
          </a:xfrm>
          <a:prstGeom prst="round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97510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FF7FF"/>
                </a:solidFill>
                <a:latin typeface="Aptos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36208"/>
            <a:ext cx="6583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5BED7"/>
                </a:solidFill>
                <a:latin typeface="Aptos"/>
              </a:rPr>
              <a:t>Prepared for academic presentation  •  AI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The problem: knowledge is scattered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Important information is often buried inside files, making it slow to find and difficult to verify.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74720" cy="22402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64008" cy="224028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20370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01  Search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3108960" cy="1618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Users may need to open several documents and scan them manually to locate one useful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57400"/>
            <a:ext cx="3474720" cy="22402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2057400"/>
            <a:ext cx="64008" cy="224028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20370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277D7"/>
                </a:solidFill>
                <a:latin typeface="Aptos"/>
              </a:rPr>
              <a:t>02  Context switching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87752"/>
            <a:ext cx="3108960" cy="1618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Switching between files interrupts workflow and makes comparison harder.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057400"/>
            <a:ext cx="3474720" cy="22402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2057400"/>
            <a:ext cx="64008" cy="224028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6" y="220370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34DEB2"/>
                </a:solidFill>
                <a:latin typeface="Aptos"/>
              </a:rPr>
              <a:t>03  Trust &amp;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87752"/>
            <a:ext cx="3108960" cy="1618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A useful answer should be connected to the source material—not presented as an unsupported guess.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4241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FF7FF"/>
                </a:solidFill>
                <a:latin typeface="Aptos"/>
              </a:rPr>
              <a:t>Design goal: turn a collection of documents into a searchable, conversational knowledge 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What is Chroma 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A compact web workspace for uploading knowledge files and asking questions about their contents.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12344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" cy="123444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48646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DOCUMENT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8463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Upload supported files and prepare their text for indexing.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12344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64008" cy="123444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066544"/>
            <a:ext cx="48646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277D7"/>
                </a:solidFill>
                <a:latin typeface="Aptos"/>
              </a:rPr>
              <a:t>SEMANTIC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50592"/>
            <a:ext cx="48463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Retrieve relevant text chunks using vector similarity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212080" cy="12344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" cy="123444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621024"/>
            <a:ext cx="48646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4DEB2"/>
                </a:solidFill>
                <a:latin typeface="Aptos"/>
              </a:rPr>
              <a:t>GROUNDED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05072"/>
            <a:ext cx="48463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Pass retrieved context to the language model to form a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212080" cy="12344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64008" cy="123444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621024"/>
            <a:ext cx="48646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SOURCE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05072"/>
            <a:ext cx="48463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Show source information so users can trace an answer to indexed material.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10332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FF7FF"/>
                </a:solidFill>
                <a:latin typeface="Aptos"/>
              </a:rPr>
              <a:t>Core idea: Retrieval-Augmented Generation (RAG) combines retrieval with generation.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03 / 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The project focuses on making document-based question answering practical and understandable.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938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28800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Provide a clean, dark-themed interface for document-based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05456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04872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Accept knowledge files and index their content into a vector store.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81527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980944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Convert a natural-language question into a retrieval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599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557015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Use retrieved document context to generate a relevant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33672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133087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Expose source details and basic document/index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0974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709159"/>
            <a:ext cx="10222992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EFF7FF"/>
                </a:solidFill>
                <a:latin typeface="Aptos"/>
              </a:rPr>
              <a:t>Keep the frontend connected to a FastAPI backend through defined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04 /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A modular pipeline separates the user interface, API orchestration, retrieval and answer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1920240" cy="105156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377440"/>
            <a:ext cx="64008" cy="105156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523744"/>
            <a:ext cx="15727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FE8"/>
                </a:solidFill>
                <a:latin typeface="Aptos"/>
              </a:rPr>
              <a:t>1 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07792"/>
            <a:ext cx="1554480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Ask a question or upload a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77440"/>
            <a:ext cx="1920240" cy="105156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2377440"/>
            <a:ext cx="64008" cy="105156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2523744"/>
            <a:ext cx="15727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FE8"/>
                </a:solidFill>
                <a:latin typeface="Aptos"/>
              </a:rPr>
              <a:t>2 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907792"/>
            <a:ext cx="1554480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377440"/>
            <a:ext cx="1920240" cy="105156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0" y="2377440"/>
            <a:ext cx="64008" cy="105156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2523744"/>
            <a:ext cx="15727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FE8"/>
                </a:solidFill>
                <a:latin typeface="Aptos"/>
              </a:rPr>
              <a:t>3 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907792"/>
            <a:ext cx="1554480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Validate and route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377440"/>
            <a:ext cx="1920240" cy="105156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78040" y="2377440"/>
            <a:ext cx="64008" cy="105156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9208" y="2523744"/>
            <a:ext cx="15727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FE8"/>
                </a:solidFill>
                <a:latin typeface="Aptos"/>
              </a:rPr>
              <a:t>4  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907792"/>
            <a:ext cx="1554480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Search relevant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377440"/>
            <a:ext cx="2148840" cy="105156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2377440"/>
            <a:ext cx="64008" cy="105156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2523744"/>
            <a:ext cx="18013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CFE8"/>
                </a:solidFill>
                <a:latin typeface="Aptos"/>
              </a:rPr>
              <a:t>5  GROQ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907792"/>
            <a:ext cx="1783080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Generate a grounded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2706624"/>
            <a:ext cx="25603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CFE8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2706624"/>
            <a:ext cx="25603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CFE8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706624"/>
            <a:ext cx="25603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CFE8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706624"/>
            <a:ext cx="25603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CFE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60520"/>
            <a:ext cx="4754880" cy="1005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160520"/>
            <a:ext cx="64008" cy="100584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4306824"/>
            <a:ext cx="44074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277D7"/>
                </a:solidFill>
                <a:latin typeface="Aptos"/>
              </a:rPr>
              <a:t>INGESTION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690872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EFF7FF"/>
                </a:solidFill>
                <a:latin typeface="Aptos"/>
              </a:rPr>
              <a:t>File → text extraction → chunking → embeddings → vector store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160520"/>
            <a:ext cx="4754880" cy="1005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4160520"/>
            <a:ext cx="64008" cy="100584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4306824"/>
            <a:ext cx="44074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4DEB2"/>
                </a:solidFill>
                <a:latin typeface="Aptos"/>
              </a:rPr>
              <a:t>QUESTION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690872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EFF7FF"/>
                </a:solidFill>
                <a:latin typeface="Aptos"/>
              </a:rPr>
              <a:t>Question → retrieval → context prompt → generated answer +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1498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5BED7"/>
                </a:solidFill>
                <a:latin typeface="Aptos"/>
              </a:rPr>
              <a:t>Conceptual architecture; exact implementation details depend on the configured loaders and service classes.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05 /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Each component has a focused responsibility in the end-to-end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749808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7510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915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Page structure and workspace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828800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79" y="1828800"/>
            <a:ext cx="64008" cy="749808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7" y="197510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277D7"/>
                </a:solidFill>
                <a:latin typeface="Apto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7" y="235915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Dark navy / cyan theme, spacing and responsive layout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88920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788920"/>
            <a:ext cx="64008" cy="749808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93522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31927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Frontend interactions and API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788920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79" y="2788920"/>
            <a:ext cx="64008" cy="749808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7" y="293522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277D7"/>
                </a:solidFill>
                <a:latin typeface="Aptos"/>
              </a:rPr>
              <a:t>Python +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331927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Backend routes and request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49039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749039"/>
            <a:ext cx="64008" cy="749808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89534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7939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Persistent vector database for document chunks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749039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79" y="3749039"/>
            <a:ext cx="64008" cy="749808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7" y="389534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277D7"/>
                </a:solidFill>
                <a:latin typeface="Aptos"/>
              </a:rPr>
              <a:t>Sentence Transformers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7" y="427939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Text embeddings for semantic similarity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709160"/>
            <a:ext cx="5166360" cy="749808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709160"/>
            <a:ext cx="64008" cy="749808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855464"/>
            <a:ext cx="481888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Groq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239512"/>
            <a:ext cx="4800600" cy="12801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EFF7FF"/>
                </a:solidFill>
                <a:latin typeface="Aptos"/>
              </a:rPr>
              <a:t>Language-model response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06 / AI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RAG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The answer is generated with retrieved evidence from the user's indexed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514600" cy="2148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688" y="2395728"/>
            <a:ext cx="438912" cy="438912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487168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511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35808"/>
            <a:ext cx="2057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93008"/>
            <a:ext cx="21031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Find the document chunks most relevant to the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48840"/>
            <a:ext cx="2514600" cy="2148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13048" y="2395728"/>
            <a:ext cx="438912" cy="438912"/>
          </a:xfrm>
          <a:prstGeom prst="round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3048" y="2487168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51122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035808"/>
            <a:ext cx="2057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493008"/>
            <a:ext cx="21031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Add those chunks as context for the language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48840"/>
            <a:ext cx="2514600" cy="2148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93407" y="2395728"/>
            <a:ext cx="438912" cy="438912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7" y="2487168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51122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3035808"/>
            <a:ext cx="2057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3493008"/>
            <a:ext cx="21031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Ask the model to formulate a concise answer from the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148840"/>
            <a:ext cx="2514600" cy="214884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73768" y="2395728"/>
            <a:ext cx="438912" cy="438912"/>
          </a:xfrm>
          <a:prstGeom prst="round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73768" y="2487168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51122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035808"/>
            <a:ext cx="2057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Attribute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493008"/>
            <a:ext cx="210312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Return source information alongside the answer where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83480"/>
            <a:ext cx="1042416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EFF7FF"/>
                </a:solidFill>
                <a:latin typeface="Aptos"/>
              </a:rPr>
              <a:t>Why it matters: retrieval helps connect generated answers to the documents selected for the current question.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07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From a local knowledge file to a source-grounded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30352" cy="530352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9384"/>
            <a:ext cx="53035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5112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92224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Open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792224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Frontend loads the document list and backend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24328"/>
            <a:ext cx="530352" cy="530352"/>
          </a:xfrm>
          <a:prstGeom prst="round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53035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5112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33472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Add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33472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Upload a supported file and process its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65576"/>
            <a:ext cx="530352" cy="530352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53035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5112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74720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Index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474720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Split text into chunks and store embeddings/metadata.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306824"/>
            <a:ext cx="530352" cy="530352"/>
          </a:xfrm>
          <a:prstGeom prst="round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53128"/>
            <a:ext cx="53035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5112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15968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Ask naturally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315968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Enter a question in the chat composer.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148072"/>
            <a:ext cx="530352" cy="530352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294376"/>
            <a:ext cx="53035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51122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57216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Review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157216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Read the answer and inspect the cited source details.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08 /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The UI is designed as a knowledge workspace rather than a generic chat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3258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" cy="132588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LEFT 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310896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Navigation, backend status, knowledge statistics and upload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74720" cy="13258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64008" cy="132588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6654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277D7"/>
                </a:solidFill>
                <a:latin typeface="Aptos"/>
              </a:rPr>
              <a:t>CHAT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50592"/>
            <a:ext cx="310896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Welcome panel, suggested prompts, conversation history and composer.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20240"/>
            <a:ext cx="3474720" cy="132588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920240"/>
            <a:ext cx="64008" cy="132588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2066544"/>
            <a:ext cx="31272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4DEB2"/>
                </a:solidFill>
                <a:latin typeface="Aptos"/>
              </a:rPr>
              <a:t>DOCUMENT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450592"/>
            <a:ext cx="310896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Indexed document list with file names and chunk 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00CFE8"/>
                </a:solidFill>
                <a:latin typeface="Aptos"/>
              </a:rPr>
              <a:t>Visual principles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9826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297680"/>
            <a:ext cx="9857232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Dark navy surfaces with cyan accents for a focused AI-tool aesthetic.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37176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4736592"/>
            <a:ext cx="9857232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Compact spacing to give conversation content more usable room.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76088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175504"/>
            <a:ext cx="9857232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Clear visual hierarchy between navigation, workspace and indexed sources.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715000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5614416"/>
            <a:ext cx="9857232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Responsive styling for narrower screens, subject to browser/device testing.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09 /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Backend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The frontend communicates with the FastAPI application through HTTP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834640" cy="512064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25603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GET  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847088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Check whether the backend responds.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42032"/>
            <a:ext cx="2834640" cy="512064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679191"/>
            <a:ext cx="25603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GET  /documents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51760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Return indexed document names and chunk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4"/>
            <a:ext cx="2834640" cy="512064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483864"/>
            <a:ext cx="25603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POST  /upload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456432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Accept and process document uploads.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2834640" cy="512064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288536"/>
            <a:ext cx="25603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POST  /reset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261104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Reset the current vector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56048"/>
            <a:ext cx="2834640" cy="512064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5093208"/>
            <a:ext cx="25603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CFE8"/>
                </a:solidFill>
                <a:latin typeface="Aptos"/>
              </a:rPr>
              <a:t>POST  /rag/query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065776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FF7FF"/>
                </a:solidFill>
                <a:latin typeface="Aptos"/>
              </a:rPr>
              <a:t>Retrieve context and generate a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5BED7"/>
                </a:solidFill>
                <a:latin typeface="Aptos"/>
              </a:rPr>
              <a:t>API names shown here reflect the current project structure described during 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10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Testing &amp; observed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Core local workflow has been tested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64008" cy="141732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02082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4DEB2"/>
                </a:solidFill>
                <a:latin typeface="Aptos"/>
              </a:rPr>
              <a:t>BACKEND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0487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FastAPI starts locally and exposes the interactive API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64008" cy="141732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02082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DOCUMENT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0487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The API returned an indexed file and its chunk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874519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1" y="1874519"/>
            <a:ext cx="64008" cy="141732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2082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277D7"/>
                </a:solidFill>
                <a:latin typeface="Aptos"/>
              </a:rPr>
              <a:t>RAG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0487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A test question about ChromaDB returned an answer grounded in indexed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103327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Example local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279392"/>
            <a:ext cx="10378440" cy="1024128"/>
          </a:xfrm>
          <a:prstGeom prst="roundRect">
            <a:avLst/>
          </a:prstGeom>
          <a:solidFill>
            <a:srgbClr val="081C3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462272"/>
            <a:ext cx="98755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FF7FF"/>
                </a:solidFill>
                <a:latin typeface="Aptos"/>
              </a:rPr>
              <a:t>Question: “What is ChromaDB?”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28032"/>
            <a:ext cx="9875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A5BED7"/>
                </a:solidFill>
                <a:latin typeface="Aptos"/>
              </a:rPr>
              <a:t>Observed response: “ChromaDB is a vector database used to store and search embeddings.”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5BED7"/>
                </a:solidFill>
                <a:latin typeface="Aptos"/>
              </a:rPr>
              <a:t>These are local development checks, not a claim of public production deployment or formal load testing.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11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Benefits &amp; practical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Chroma Lab is useful when answers should be based on a specific set of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64008" cy="1417320"/>
          </a:xfrm>
          <a:prstGeom prst="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06654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CFE8"/>
                </a:solidFill>
                <a:latin typeface="Aptos"/>
              </a:rPr>
              <a:t>STUDY &amp;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5059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Ask questions about notes, guides and learning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20240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920240"/>
            <a:ext cx="64008" cy="141732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06654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277D7"/>
                </a:solidFill>
                <a:latin typeface="Aptos"/>
              </a:rPr>
              <a:t>TEAM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5059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Explore internal guides, FAQs and project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920240"/>
            <a:ext cx="3383280" cy="141732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1" y="1920240"/>
            <a:ext cx="64008" cy="141732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066544"/>
            <a:ext cx="303580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4DEB2"/>
                </a:solidFill>
                <a:latin typeface="Aptos"/>
              </a:rPr>
              <a:t>DOCUMENT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5059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Summarize or locate relevant passages without scanning every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Potential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2686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526280"/>
            <a:ext cx="99486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Less manual searching across multiple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3834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4937760"/>
            <a:ext cx="99486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Natural-language interaction with an indexed knowledge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44982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349240"/>
            <a:ext cx="99486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Source-oriented answers that are easier to verify.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61304"/>
            <a:ext cx="91440" cy="9144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5760720"/>
            <a:ext cx="99486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FF7FF"/>
                </a:solidFill>
                <a:latin typeface="Aptos"/>
              </a:rPr>
              <a:t>Modular architecture that can be extended with authentication, monitoring and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CFE8"/>
                </a:solidFill>
                <a:latin typeface="Aptos"/>
              </a:rPr>
              <a:t>12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2900" b="1">
                <a:solidFill>
                  <a:srgbClr val="EFF7FF"/>
                </a:solidFill>
                <a:latin typeface="Aptos"/>
              </a:rPr>
              <a:t>Limitations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A transparent roadmap separates current local functionality from future production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74920" cy="205740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2057400"/>
          </a:xfrm>
          <a:prstGeom prst="rect">
            <a:avLst/>
          </a:prstGeom>
          <a:solidFill>
            <a:srgbClr val="2277D7"/>
          </a:solidFill>
          <a:ln>
            <a:solidFill>
              <a:srgbClr val="227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75104"/>
            <a:ext cx="4727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2277D7"/>
                </a:solidFill>
                <a:latin typeface="Aptos"/>
              </a:rPr>
              <a:t>CURRENT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9152"/>
            <a:ext cx="4709159" cy="1435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• Local API currently requires the backend to be running.
• Answer quality depends on document text, chunking, retrieval and model output.
• Supported file formats depend on configured loaders.
• Production hosting and cloud persistence still need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74920" cy="2057400"/>
          </a:xfrm>
          <a:prstGeom prst="roundRect">
            <a:avLst/>
          </a:prstGeom>
          <a:solidFill>
            <a:srgbClr val="0D2744"/>
          </a:solidFill>
          <a:ln>
            <a:solidFill>
              <a:srgbClr val="14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64008" cy="2057400"/>
          </a:xfrm>
          <a:prstGeom prst="rect">
            <a:avLst/>
          </a:prstGeom>
          <a:solidFill>
            <a:srgbClr val="34DEB2"/>
          </a:solidFill>
          <a:ln>
            <a:solidFill>
              <a:srgbClr val="34D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975104"/>
            <a:ext cx="472744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34DEB2"/>
                </a:solidFill>
                <a:latin typeface="Aptos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59152"/>
            <a:ext cx="4709159" cy="1435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FF7FF"/>
                </a:solidFill>
                <a:latin typeface="Aptos"/>
              </a:rPr>
              <a:t>• Push clean code and documentation to GitHub.
• Deploy frontend and backend with correct API URL and CORS settings.
• Store secrets in deployment environment variables.
• Add upload limits, clearer errors and stronger validation.
• Add authentication and monitoring if required.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3327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0CFE8"/>
                </a:solidFill>
                <a:latin typeface="Aptos"/>
              </a:rPr>
              <a:t>Deployment principle: never expose the Groq API key in frontend code or commit secrets to GitHub.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0" y="960120"/>
            <a:ext cx="3383280" cy="3383280"/>
          </a:xfrm>
          <a:prstGeom prst="roundRect">
            <a:avLst/>
          </a:prstGeom>
          <a:solidFill>
            <a:srgbClr val="0D2744"/>
          </a:solidFill>
          <a:ln>
            <a:solidFill>
              <a:srgbClr val="00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83480" y="1554480"/>
            <a:ext cx="2194560" cy="2194560"/>
          </a:xfrm>
          <a:prstGeom prst="roundRect">
            <a:avLst/>
          </a:prstGeom>
          <a:solidFill>
            <a:srgbClr val="081C34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32120" y="2103120"/>
            <a:ext cx="1097280" cy="1097280"/>
          </a:xfrm>
          <a:prstGeom prst="roundRect">
            <a:avLst/>
          </a:prstGeom>
          <a:solidFill>
            <a:srgbClr val="00CFE8"/>
          </a:solidFill>
          <a:ln>
            <a:solidFill>
              <a:srgbClr val="00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59552" y="2423160"/>
            <a:ext cx="10241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051122"/>
                </a:solidFill>
                <a:latin typeface="Aptos"/>
              </a:rPr>
              <a:t>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17720"/>
            <a:ext cx="8503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FF7FF"/>
                </a:solidFill>
                <a:latin typeface="Aptos"/>
              </a:rPr>
              <a:t>CHROMA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49240"/>
            <a:ext cx="8503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CFE8"/>
                </a:solidFill>
                <a:latin typeface="Aptos"/>
              </a:rPr>
              <a:t>Make your documents easier to 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89320"/>
            <a:ext cx="8503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5BED7"/>
                </a:solidFill>
                <a:latin typeface="Aptos"/>
              </a:rPr>
              <a:t>Thank you  •  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A5BED7"/>
                </a:solidFill>
                <a:latin typeface="Aptos"/>
              </a:rPr>
              <a:t>CHROMA LAB  •  AI KNOWLEDGE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0CFE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1192</Words>
  <Application>Microsoft Office PowerPoint</Application>
  <PresentationFormat>Widescreen</PresentationFormat>
  <Paragraphs>206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Computer link</dc:creator>
  <cp:keywords/>
  <dc:description>generated using python-pptx</dc:description>
  <cp:lastModifiedBy>Moorche</cp:lastModifiedBy>
  <cp:revision>2</cp:revision>
  <dcterms:created xsi:type="dcterms:W3CDTF">2013-01-27T09:14:16Z</dcterms:created>
  <dcterms:modified xsi:type="dcterms:W3CDTF">2026-10-12T19:23:24Z</dcterms:modified>
  <cp:category/>
</cp:coreProperties>
</file>